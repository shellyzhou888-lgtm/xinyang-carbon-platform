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tags" Target="../tags/tag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7370" y="777240"/>
            <a:ext cx="2891155" cy="18542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0300" y="2931160"/>
            <a:ext cx="2573020" cy="180467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370" y="3024505"/>
            <a:ext cx="2891790" cy="207835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4200" y="5290185"/>
            <a:ext cx="3048000" cy="12954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635" y="689610"/>
            <a:ext cx="1630045" cy="185356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9041130" y="21336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碳排</a:t>
            </a:r>
            <a:r>
              <a:rPr lang="zh-CN" altLang="en-US"/>
              <a:t>总览</a:t>
            </a:r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12680" y="1077595"/>
            <a:ext cx="1866900" cy="50800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4201795" y="7042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一级</a:t>
            </a:r>
            <a:r>
              <a:rPr lang="zh-CN" altLang="en-US"/>
              <a:t>指标</a:t>
            </a:r>
            <a:endParaRPr lang="zh-CN" altLang="en-US"/>
          </a:p>
        </p:txBody>
      </p:sp>
    </p:spTree>
    <p:custDataLst>
      <p:tags r:id="rId7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7950" y="1517015"/>
            <a:ext cx="2057400" cy="46863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9475" y="516255"/>
            <a:ext cx="3028950" cy="5715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298950" y="21659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能耗</a:t>
            </a:r>
            <a:r>
              <a:rPr lang="zh-CN" altLang="en-US"/>
              <a:t>分析</a:t>
            </a:r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8705" y="3034665"/>
            <a:ext cx="6686550" cy="13335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9475" y="4868545"/>
            <a:ext cx="632460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3335" y="1189990"/>
            <a:ext cx="2057400" cy="47053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595" y="2037715"/>
            <a:ext cx="7239000" cy="30099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8080" y="365760"/>
            <a:ext cx="6242050" cy="990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46245" y="2628900"/>
            <a:ext cx="5943600" cy="14478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244090" y="11899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能耗</a:t>
            </a:r>
            <a:r>
              <a:rPr lang="zh-CN" altLang="en-US"/>
              <a:t>优化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062095" y="47180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碳分析</a:t>
            </a:r>
            <a:r>
              <a:rPr lang="en-US" altLang="zh-CN"/>
              <a:t> </a:t>
            </a:r>
            <a:r>
              <a:rPr lang="zh-CN" altLang="en-US"/>
              <a:t>碳预警</a:t>
            </a:r>
            <a:r>
              <a:rPr lang="en-US" altLang="zh-CN"/>
              <a:t> </a:t>
            </a:r>
            <a:r>
              <a:rPr lang="zh-CN" altLang="en-US"/>
              <a:t>碳</a:t>
            </a:r>
            <a:r>
              <a:rPr lang="zh-CN" altLang="en-US"/>
              <a:t>评价</a:t>
            </a:r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NEW_CREATE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</Words>
  <Application>WPS 演示</Application>
  <PresentationFormat>宽屏</PresentationFormat>
  <Paragraphs>10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XUE YAN</dc:creator>
  <cp:lastModifiedBy>闫雪</cp:lastModifiedBy>
  <cp:revision>6</cp:revision>
  <dcterms:created xsi:type="dcterms:W3CDTF">2023-08-09T12:44:00Z</dcterms:created>
  <dcterms:modified xsi:type="dcterms:W3CDTF">2026-10-13T09:25:07Z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69540406C0714510AF902687D6787BAD_12</vt:lpwstr>
  </property>
</Properties>
</file>